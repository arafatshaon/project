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6463-A5FA-946C-4B3F-B554B0748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E77FE-3186-6755-EA4E-9B3F0A2FA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7059D-E45A-63F5-B5B6-48B3B9B5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8DA71-219C-1A80-0200-A6B43F10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B31EE-2F8E-9805-CF04-65AB0ED5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0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E3EF2-079A-F61D-AC30-2A636CEC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DA3C0-10BC-817C-D1E4-C45209E61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F6D57-2713-15F7-0E58-EAB1E2C9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2B6D-8D6F-76E2-766A-703FA142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D67E-6EAA-5906-7DCA-18DD3F23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3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87F1-D5FD-7983-8A7A-7C665E51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AECC-AD9B-8262-BC56-CC2BB86B7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A0E9-72C3-94F2-3401-4812E6F9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DEAF-E83C-5847-0077-FC7E78F2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D0F3E-6ABF-F6CA-4613-2F3CFC2D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2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F8BA-379B-4567-D812-D2323F97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8001-96CB-7572-9B8C-AEEC47E14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94F39-E5EC-A7D5-F1F3-6D1E33449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63578-A28F-1561-7891-6E0390A1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6DF24-E557-10A1-FA15-29223806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42B37-04FC-1FDA-FCA6-0774ADD0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09A4-F36A-DA4F-4DD0-D00BEC3B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07A1A-65AE-CD32-3D94-11896C151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7C573-A76E-E52F-8647-001B72D4A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58E63-447E-D3A3-E44E-FC19CD3B4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A698C-C528-EB47-FC1A-2AA98362C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CF51A-997D-1EC8-3C0E-875E299A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63C2BA-F520-8CBA-6D1F-3C68C4D3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2A58E-FF8A-347B-6D5C-E44256A0F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1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B8DB-2607-C0A4-BF1E-7F657D055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477C5-FE6E-05FF-F7C3-FCF05E61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86A4C-8803-51D9-81EB-E1D74415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93F45-0953-BB57-78B5-BB85F77C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7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400A9-26EE-D67F-9AF4-6B441016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BB255-3331-04C5-6FB9-34D9F899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A80C-8C49-B7FF-F1F8-66FC7ECC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9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0380-F150-448F-5B7A-041645FF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D0BD3-DF69-5712-3D11-A0B71D3AE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C7FA4-4EEA-09B7-CE8E-EC915E0B4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F526E-3A3A-77B9-1A57-DA4518BB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27684-B55B-D44C-71C2-87C85C82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333CD-541E-CEAF-F0D9-9D745080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6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59A8-8E4D-627C-BB71-E418CDAF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6CC71-9379-4574-DBE5-C2DC61D35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8E11E-E0BB-675F-7677-4104F9D61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8EFC2-AAFD-A811-E0F1-D10372E9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137F7-D933-4CC7-686F-FA29794C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7256D-A183-12A9-916D-5C3B1B2B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9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7DE5-2688-1FD3-E6A9-0FBE2B3A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2BA55-34F2-FEEB-119F-3A8BDCCF4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5A95A-C7FF-5AAF-81C8-BE9A76CF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D5B9-A93D-223E-44BD-E712E703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12022-BD39-0432-F5D5-537C34B9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4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3659B-3789-760C-4723-DC63B9EA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6CCCB-0C24-7CAF-17CA-FDDCBE61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75F8E-E5AE-97DD-1D30-69448217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91762-6002-ED67-4A09-25B5DC2B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409FA-1948-3771-CEC0-4C8FCE99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9A3977-FBF8-50FE-9A9D-D4771600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2CD55-6CA3-6D56-276D-A58302E8A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2D58D-594D-5FA0-58B0-DFE46722E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6501F-01E6-4AE1-A684-39A26017DE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478C2-0890-60D0-924B-1543BDFA0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904B4-5807-7E90-0AB7-3CB83821F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198A0-FF4A-4D2A-89D1-C60178C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9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2.%09https:/ourworldindata.org/grapher/human-development-index.csv?v=1&amp;csvType=full&amp;useColumnShortNames=true" TargetMode="External"/><Relationship Id="rId2" Type="http://schemas.openxmlformats.org/officeDocument/2006/relationships/hyperlink" Target="1.%09https:/ourworldindata.org/grapher/co-emissions-percapita.csv?v=1&amp;csvType=full&amp;useColumnShortNames=tru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4.%09https:/ourworldindata.org/grapher/stratospheric-ozone-concentration.csv?v=1&amp;csvType=full&amp;useColumnShortNames=true" TargetMode="External"/><Relationship Id="rId4" Type="http://schemas.openxmlformats.org/officeDocument/2006/relationships/hyperlink" Target="3.%09https:/ourworldindata.org/grapher/monthly-temperature-anomalies.csv?v=1&amp;csvType=full&amp;useColumnShortNames=tru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CE2E-E771-F48F-CCF1-3625B1D4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043" y="870857"/>
            <a:ext cx="9437914" cy="263910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>
                <a:latin typeface="Abadi" panose="020F0502020204030204" pitchFamily="34" charset="0"/>
              </a:rPr>
              <a:t>The Impacts of Carbon Emission on Human Development and Nature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8B329-FE0D-3AD8-EEDD-47C27FD45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7043" y="4004810"/>
            <a:ext cx="9437914" cy="1982333"/>
          </a:xfrm>
        </p:spPr>
        <p:txBody>
          <a:bodyPr>
            <a:normAutofit fontScale="85000" lnSpcReduction="20000"/>
          </a:bodyPr>
          <a:lstStyle/>
          <a:p>
            <a:r>
              <a:rPr lang="en-US" sz="6400" dirty="0">
                <a:latin typeface="Abadi" panose="020F0502020204030204" pitchFamily="34" charset="0"/>
              </a:rPr>
              <a:t>CIS 568</a:t>
            </a:r>
          </a:p>
          <a:p>
            <a:endParaRPr lang="en-US" sz="3600" dirty="0">
              <a:latin typeface="Abadi" panose="020F0502020204030204" pitchFamily="34" charset="0"/>
            </a:endParaRPr>
          </a:p>
          <a:p>
            <a:r>
              <a:rPr lang="en-US" u="sng" dirty="0">
                <a:latin typeface="Abadi" panose="020F0502020204030204" pitchFamily="34" charset="0"/>
              </a:rPr>
              <a:t>Presented by</a:t>
            </a:r>
          </a:p>
          <a:p>
            <a:r>
              <a:rPr lang="en-US" sz="3600" dirty="0">
                <a:latin typeface="Abadi" panose="020F0502020204030204" pitchFamily="34" charset="0"/>
              </a:rPr>
              <a:t>Arafat Ahamed Shaon</a:t>
            </a:r>
          </a:p>
        </p:txBody>
      </p:sp>
    </p:spTree>
    <p:extLst>
      <p:ext uri="{BB962C8B-B14F-4D97-AF65-F5344CB8AC3E}">
        <p14:creationId xmlns:p14="http://schemas.microsoft.com/office/powerpoint/2010/main" val="93143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E33C-5DA7-61FF-55DA-5794E4D2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1196"/>
            <a:ext cx="10515600" cy="527504"/>
          </a:xfr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  <a:latin typeface="Abadi" panose="020B0604020104020204" pitchFamily="34" charset="0"/>
              </a:rPr>
              <a:t>Key Motive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46331-5497-7925-0493-B8CC7DF3D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367"/>
            <a:ext cx="11016343" cy="1679575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To get the geospatial visualization of the opposite impact of carbon (CO</a:t>
            </a:r>
            <a:r>
              <a:rPr lang="en-US" sz="3600" baseline="-25000" dirty="0">
                <a:latin typeface="Abadi" panose="020B0604020104020204" pitchFamily="34" charset="0"/>
              </a:rPr>
              <a:t>2</a:t>
            </a:r>
            <a:r>
              <a:rPr lang="en-US" sz="3600" dirty="0">
                <a:latin typeface="Abadi" panose="020B0604020104020204" pitchFamily="34" charset="0"/>
              </a:rPr>
              <a:t> ) emission on overall human development index (HDI) among different countries from 2010 to 2023.</a:t>
            </a:r>
          </a:p>
          <a:p>
            <a:r>
              <a:rPr lang="en-US" sz="3600" dirty="0">
                <a:latin typeface="Abadi" panose="020B0604020104020204" pitchFamily="34" charset="0"/>
              </a:rPr>
              <a:t>The impact on the temperature on the same period.</a:t>
            </a:r>
          </a:p>
          <a:p>
            <a:r>
              <a:rPr lang="en-US" sz="3600" dirty="0">
                <a:latin typeface="Abadi" panose="020B0604020104020204" pitchFamily="34" charset="0"/>
              </a:rPr>
              <a:t>The change on the Ozone layer on the stratosphere.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FDB387-8B04-E1EA-332E-28B34B11AD01}"/>
              </a:ext>
            </a:extLst>
          </p:cNvPr>
          <p:cNvSpPr txBox="1">
            <a:spLocks/>
          </p:cNvSpPr>
          <p:nvPr/>
        </p:nvSpPr>
        <p:spPr>
          <a:xfrm>
            <a:off x="838200" y="2993571"/>
            <a:ext cx="10515600" cy="60960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  <a:latin typeface="Abadi" panose="020B0604020104020204" pitchFamily="34" charset="0"/>
              </a:rPr>
              <a:t>Data &amp; Libraries</a:t>
            </a:r>
            <a:endParaRPr lang="en-US" dirty="0">
              <a:solidFill>
                <a:srgbClr val="FFC000"/>
              </a:solidFill>
              <a:latin typeface="Abadi" panose="020B0604020104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9AAD4F-68A6-61FC-F7D7-71B2ABFCB289}"/>
              </a:ext>
            </a:extLst>
          </p:cNvPr>
          <p:cNvSpPr txBox="1">
            <a:spLocks/>
          </p:cNvSpPr>
          <p:nvPr/>
        </p:nvSpPr>
        <p:spPr>
          <a:xfrm>
            <a:off x="838200" y="3760389"/>
            <a:ext cx="4245429" cy="1914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Abadi" panose="020B0604020104020204" pitchFamily="34" charset="0"/>
              </a:rPr>
              <a:t>Data</a:t>
            </a:r>
            <a:endParaRPr lang="en-US" dirty="0">
              <a:latin typeface="Abadi" panose="020B0604020104020204" pitchFamily="34" charset="0"/>
              <a:hlinkClick r:id="rId2"/>
            </a:endParaRPr>
          </a:p>
          <a:p>
            <a:r>
              <a:rPr lang="en-US" sz="1900" dirty="0">
                <a:latin typeface="Abadi" panose="020B0604020104020204" pitchFamily="34" charset="0"/>
                <a:hlinkClick r:id="rId2"/>
              </a:rPr>
              <a:t>CO</a:t>
            </a:r>
            <a:r>
              <a:rPr lang="en-US" sz="1900" baseline="-25000" dirty="0">
                <a:latin typeface="Abadi" panose="020B0604020104020204" pitchFamily="34" charset="0"/>
                <a:hlinkClick r:id="rId2"/>
              </a:rPr>
              <a:t>2</a:t>
            </a:r>
            <a:r>
              <a:rPr lang="en-US" sz="1900" dirty="0">
                <a:latin typeface="Abadi" panose="020B0604020104020204" pitchFamily="34" charset="0"/>
                <a:hlinkClick r:id="rId2"/>
              </a:rPr>
              <a:t> emission data</a:t>
            </a:r>
            <a:endParaRPr lang="en-US" sz="1900" dirty="0">
              <a:latin typeface="Abadi" panose="020B0604020104020204" pitchFamily="34" charset="0"/>
            </a:endParaRPr>
          </a:p>
          <a:p>
            <a:r>
              <a:rPr lang="en-US" sz="1900" dirty="0">
                <a:latin typeface="Abadi" panose="020B0604020104020204" pitchFamily="34" charset="0"/>
                <a:hlinkClick r:id="rId3"/>
              </a:rPr>
              <a:t>Human Development Index</a:t>
            </a:r>
            <a:endParaRPr lang="en-US" sz="1900" dirty="0">
              <a:latin typeface="Abadi" panose="020B0604020104020204" pitchFamily="34" charset="0"/>
            </a:endParaRPr>
          </a:p>
          <a:p>
            <a:r>
              <a:rPr lang="en-US" sz="1900" dirty="0">
                <a:latin typeface="Abadi" panose="020B0604020104020204" pitchFamily="34" charset="0"/>
                <a:hlinkClick r:id="rId4"/>
              </a:rPr>
              <a:t>Temperature anomalies</a:t>
            </a:r>
            <a:endParaRPr lang="en-US" sz="1900" dirty="0">
              <a:latin typeface="Abadi" panose="020B0604020104020204" pitchFamily="34" charset="0"/>
            </a:endParaRPr>
          </a:p>
          <a:p>
            <a:r>
              <a:rPr lang="en-US" sz="1900" dirty="0">
                <a:latin typeface="Abadi" panose="020B0604020104020204" pitchFamily="34" charset="0"/>
                <a:hlinkClick r:id="rId5"/>
              </a:rPr>
              <a:t>Stratospheric ozone concentration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313677-D9E0-A52D-3956-C7AEE431722A}"/>
              </a:ext>
            </a:extLst>
          </p:cNvPr>
          <p:cNvSpPr txBox="1">
            <a:spLocks/>
          </p:cNvSpPr>
          <p:nvPr/>
        </p:nvSpPr>
        <p:spPr>
          <a:xfrm>
            <a:off x="5998028" y="3733801"/>
            <a:ext cx="4245429" cy="1914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Libraies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 pitchFamily="34" charset="0"/>
              </a:rPr>
              <a:t>Pandas, </a:t>
            </a:r>
            <a:r>
              <a:rPr lang="en-US" sz="2000" dirty="0" err="1">
                <a:latin typeface="Abadi" panose="020B0604020104020204" pitchFamily="34" charset="0"/>
              </a:rPr>
              <a:t>Numpy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Plotly.express</a:t>
            </a:r>
            <a:r>
              <a:rPr lang="en-US" sz="2000" dirty="0">
                <a:latin typeface="Abadi" panose="020B0604020104020204" pitchFamily="34" charset="0"/>
              </a:rPr>
              <a:t> from Python</a:t>
            </a:r>
          </a:p>
          <a:p>
            <a:r>
              <a:rPr lang="en-US" sz="2000" dirty="0">
                <a:latin typeface="Abadi" panose="020B0604020104020204" pitchFamily="34" charset="0"/>
              </a:rPr>
              <a:t>HTML, CSS, D3.js, </a:t>
            </a:r>
            <a:r>
              <a:rPr lang="en-US" sz="2000" dirty="0" err="1">
                <a:latin typeface="Abadi" panose="020B0604020104020204" pitchFamily="34" charset="0"/>
              </a:rPr>
              <a:t>svg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  <a:endParaRPr lang="en-US" sz="2000" dirty="0">
              <a:latin typeface="Abadi" panose="020B0604020104020204" pitchFamily="34" charset="0"/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49109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DAB7F-F0BC-143D-3951-525D6B7B3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9464"/>
            <a:ext cx="10515600" cy="73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Using the VS Code, I have got my interactive geospatial output where I can get the values as follows by hovering over different countries.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905D15-BA28-0614-7BD2-2880D2BB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939"/>
            <a:ext cx="10515600" cy="527504"/>
          </a:xfr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  <a:latin typeface="Abadi" panose="020B0604020104020204" pitchFamily="34" charset="0"/>
              </a:rPr>
              <a:t>Output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96003A-C60C-CF76-1898-ACDA9F30A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23779"/>
            <a:ext cx="4250801" cy="2426151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2F75C96-0A41-0DDD-1A66-DA12F34B8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141" y="1647936"/>
            <a:ext cx="4110659" cy="2426151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03379BF-AEE8-6FDD-5E29-D9AAD2885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165" y="4251196"/>
            <a:ext cx="4087670" cy="244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8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3C26-BF2E-A4F9-1BBB-5E807ACFD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0339"/>
            <a:ext cx="10515600" cy="8958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To get more comprehensive visualization I used google Collab to get the visualization of the changes of carbon emission, HDI, and temperature through 2010 to 2023 among different countries. The outputs are as follows: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880CB0-3579-4F77-9DB0-B6F848DC6897}"/>
              </a:ext>
            </a:extLst>
          </p:cNvPr>
          <p:cNvSpPr txBox="1">
            <a:spLocks/>
          </p:cNvSpPr>
          <p:nvPr/>
        </p:nvSpPr>
        <p:spPr>
          <a:xfrm>
            <a:off x="838200" y="159939"/>
            <a:ext cx="10515600" cy="5275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C000"/>
                </a:solidFill>
                <a:latin typeface="Abadi" panose="020B0604020104020204" pitchFamily="34" charset="0"/>
              </a:rPr>
              <a:t>Output</a:t>
            </a:r>
            <a:endParaRPr lang="en-US" dirty="0">
              <a:solidFill>
                <a:srgbClr val="FFC000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 descr="A globe with red and orange continents&#10;&#10;AI-generated content may be incorrect.">
            <a:extLst>
              <a:ext uri="{FF2B5EF4-FFF2-40B4-BE49-F238E27FC236}">
                <a16:creationId xmlns:a16="http://schemas.microsoft.com/office/drawing/2014/main" id="{03517CB7-B4B4-8703-0116-A2E7DF2AE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48" y="1777277"/>
            <a:ext cx="5455836" cy="1805386"/>
          </a:xfrm>
          <a:prstGeom prst="rect">
            <a:avLst/>
          </a:prstGeom>
        </p:spPr>
      </p:pic>
      <p:pic>
        <p:nvPicPr>
          <p:cNvPr id="8" name="Picture 7" descr="A map of the world&#10;&#10;AI-generated content may be incorrect.">
            <a:extLst>
              <a:ext uri="{FF2B5EF4-FFF2-40B4-BE49-F238E27FC236}">
                <a16:creationId xmlns:a16="http://schemas.microsoft.com/office/drawing/2014/main" id="{6BC0D283-DB28-8410-758C-CB2ABF209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82" y="3582663"/>
            <a:ext cx="5209818" cy="1438902"/>
          </a:xfrm>
          <a:prstGeom prst="rect">
            <a:avLst/>
          </a:prstGeom>
        </p:spPr>
      </p:pic>
      <p:pic>
        <p:nvPicPr>
          <p:cNvPr id="10" name="Picture 9" descr="A map of the world&#10;&#10;AI-generated content may be incorrect.">
            <a:extLst>
              <a:ext uri="{FF2B5EF4-FFF2-40B4-BE49-F238E27FC236}">
                <a16:creationId xmlns:a16="http://schemas.microsoft.com/office/drawing/2014/main" id="{9479F660-8C3B-F6EF-34C6-307AE7D42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857" y="5011156"/>
            <a:ext cx="5117418" cy="16869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C905EF-C2D4-2021-3056-04316CC7F047}"/>
              </a:ext>
            </a:extLst>
          </p:cNvPr>
          <p:cNvSpPr txBox="1"/>
          <p:nvPr/>
        </p:nvSpPr>
        <p:spPr>
          <a:xfrm>
            <a:off x="7391399" y="3868596"/>
            <a:ext cx="2111829" cy="733663"/>
          </a:xfrm>
          <a:prstGeom prst="leftArrow">
            <a:avLst>
              <a:gd name="adj1" fmla="val 50000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HDI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8C985-D923-5B15-305C-982BEA7011ED}"/>
              </a:ext>
            </a:extLst>
          </p:cNvPr>
          <p:cNvSpPr txBox="1"/>
          <p:nvPr/>
        </p:nvSpPr>
        <p:spPr>
          <a:xfrm>
            <a:off x="7391400" y="2465538"/>
            <a:ext cx="2111829" cy="733663"/>
          </a:xfrm>
          <a:prstGeom prst="leftArrow">
            <a:avLst>
              <a:gd name="adj1" fmla="val 50000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Carbon emission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B89EC-FBA8-FC3A-2E78-BA2EA98B34AB}"/>
              </a:ext>
            </a:extLst>
          </p:cNvPr>
          <p:cNvSpPr txBox="1"/>
          <p:nvPr/>
        </p:nvSpPr>
        <p:spPr>
          <a:xfrm>
            <a:off x="7391399" y="5271654"/>
            <a:ext cx="2111829" cy="733663"/>
          </a:xfrm>
          <a:prstGeom prst="leftArrow">
            <a:avLst>
              <a:gd name="adj1" fmla="val 50000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786947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D4968-B2F7-9502-3242-1327E18B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11"/>
            <a:ext cx="10515600" cy="39438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Due to the increase of the carbon emission life becomes harder, as people faces issues like: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Inadequate food production due to decreasing agricultural land.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Having health issues like respiratory infections, brain tissue damage, and increasing death rate,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Living below standard life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Decreasing  birth rate and increasing death rate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Excessive heat wave and its consequences.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E40CC9-F125-7D5D-F9CD-8904B4C43414}"/>
              </a:ext>
            </a:extLst>
          </p:cNvPr>
          <p:cNvSpPr txBox="1">
            <a:spLocks/>
          </p:cNvSpPr>
          <p:nvPr/>
        </p:nvSpPr>
        <p:spPr>
          <a:xfrm>
            <a:off x="838200" y="195943"/>
            <a:ext cx="10515600" cy="75275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FFC000"/>
                </a:solidFill>
                <a:latin typeface="Abadi" panose="020B0604020104020204" pitchFamily="34" charset="0"/>
              </a:rPr>
              <a:t>General</a:t>
            </a:r>
            <a:r>
              <a:rPr lang="en-US" dirty="0">
                <a:solidFill>
                  <a:srgbClr val="FFC000"/>
                </a:solidFill>
                <a:latin typeface="Abadi" panose="020B0604020104020204" pitchFamily="34" charset="0"/>
              </a:rPr>
              <a:t> Perspective</a:t>
            </a:r>
          </a:p>
        </p:txBody>
      </p:sp>
    </p:spTree>
    <p:extLst>
      <p:ext uri="{BB962C8B-B14F-4D97-AF65-F5344CB8AC3E}">
        <p14:creationId xmlns:p14="http://schemas.microsoft.com/office/powerpoint/2010/main" val="56112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EB3F5-A53B-48C8-4BDA-F07EC94A7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have found that countries like : Canada, USA, Mexico, Brazil, Dominica, Check Republic, England, Sweden, France have shown the hypothetic relation in terms of the impact of carbon emission on the HDI. </a:t>
            </a:r>
          </a:p>
          <a:p>
            <a:pPr marL="0" indent="0">
              <a:buNone/>
            </a:pPr>
            <a:r>
              <a:rPr lang="en-US" dirty="0"/>
              <a:t>On the other hand, the north-eastern part like: Russia, China, India, Kazakhstan have shown its opposite. Because we have seen a significant increase of HDI, along with the carbon emission rate in those region. That proves a point that, people in the north-east hemisphere are quite dependable on the usages of carbon on their daily basis.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ECB974-B0CA-5F24-02EC-BAAF31625BA7}"/>
              </a:ext>
            </a:extLst>
          </p:cNvPr>
          <p:cNvSpPr txBox="1">
            <a:spLocks/>
          </p:cNvSpPr>
          <p:nvPr/>
        </p:nvSpPr>
        <p:spPr>
          <a:xfrm>
            <a:off x="838200" y="195943"/>
            <a:ext cx="10515600" cy="75275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FFC000"/>
                </a:solidFill>
                <a:latin typeface="Abadi" panose="020B0604020104020204" pitchFamily="34" charset="0"/>
              </a:rPr>
              <a:t>Findings &amp; Conclusion</a:t>
            </a:r>
            <a:endParaRPr lang="en-US" dirty="0">
              <a:solidFill>
                <a:srgbClr val="FFC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7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4CAA-B2B8-F3F8-18CE-AFE1D7C50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10515600" cy="4351338"/>
          </a:xfrm>
        </p:spPr>
        <p:txBody>
          <a:bodyPr/>
          <a:lstStyle/>
          <a:p>
            <a:r>
              <a:rPr lang="en-US" dirty="0"/>
              <a:t>The data I have got for the ozone is a mean value data of ozone from 2010 to 2023 of the stratosphere. It is not country-based data. </a:t>
            </a:r>
          </a:p>
          <a:p>
            <a:r>
              <a:rPr lang="en-US" dirty="0"/>
              <a:t>If I could get a country based data of ozone from the stratosphere for each country we could get more relatable visualization of the impacts of carbon emission.</a:t>
            </a:r>
          </a:p>
          <a:p>
            <a:r>
              <a:rPr lang="en-US" dirty="0"/>
              <a:t>My plan is to mix the UV Index data with in this visualization. I believe I would get a comprehensive information about the impact of carbon emission.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A35727-9ED3-576B-D1F0-C6CBD3C175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24543"/>
            <a:ext cx="10515600" cy="74363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FFC000"/>
                </a:solidFill>
                <a:latin typeface="Abadi" panose="020B0604020104020204" pitchFamily="34" charset="0"/>
              </a:rPr>
              <a:t>Limitation</a:t>
            </a:r>
            <a:endParaRPr lang="en-US" dirty="0">
              <a:solidFill>
                <a:srgbClr val="FFC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5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C5DD7-D33F-C188-2DB9-5DBA23A0F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80914" cy="4351338"/>
          </a:xfr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15700" dirty="0">
                <a:solidFill>
                  <a:srgbClr val="FFC000"/>
                </a:solidFill>
                <a:latin typeface="Abadi" panose="020B06040201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4299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439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Abadi</vt:lpstr>
      <vt:lpstr>Aptos</vt:lpstr>
      <vt:lpstr>Aptos Display</vt:lpstr>
      <vt:lpstr>Arial</vt:lpstr>
      <vt:lpstr>Office Theme</vt:lpstr>
      <vt:lpstr>The Impacts of Carbon Emission on Human Development and Nature </vt:lpstr>
      <vt:lpstr>Key Motive</vt:lpstr>
      <vt:lpstr>Output</vt:lpstr>
      <vt:lpstr>PowerPoint Presentation</vt:lpstr>
      <vt:lpstr>PowerPoint Presentation</vt:lpstr>
      <vt:lpstr>PowerPoint Presentation</vt:lpstr>
      <vt:lpstr>Limitation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Arafat Ahamed Shaon</dc:creator>
  <cp:lastModifiedBy>Arafat Ahamed Shaon</cp:lastModifiedBy>
  <cp:revision>24</cp:revision>
  <dcterms:created xsi:type="dcterms:W3CDTF">2025-12-08T15:12:17Z</dcterms:created>
  <dcterms:modified xsi:type="dcterms:W3CDTF">2025-12-11T14:05:54Z</dcterms:modified>
</cp:coreProperties>
</file>